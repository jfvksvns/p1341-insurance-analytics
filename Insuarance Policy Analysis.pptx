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50" d="100"/>
          <a:sy n="50" d="100"/>
        </p:scale>
        <p:origin x="2094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24A31-F771-4ECD-A2F5-0FA62DDC8677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6882C-1D8F-4B8A-A0AA-9E09EAB0C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6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02DE-CD0B-AF63-B31D-FE1C42F6B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6EC72-44DC-0886-8071-FA7C89791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1D38C-9BDD-B951-ADE0-62AE1702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8F2C3-D0F4-32E5-0962-0F3EFD08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950DE-71A9-4FBB-A7C7-53327F97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00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E631-321F-9BFA-0BEC-43E34878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85B9-0882-A804-0002-865FE077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75E-CC4A-CAC4-B419-0D357555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18817-EE98-60C4-A1C7-40AFB018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D81E7-8486-B015-CEA1-146EC578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3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8FF2-58A2-4E3F-E95C-250E6D34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BC8FC-34DC-A1C4-54B7-52FAD09D0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4152-E8A4-CAB6-FD0B-33770E18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92F64-297B-BA17-E5F7-63F254CB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CB967-F9FF-732D-1DB6-0B0E1F9B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76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5C30-64C9-C1DB-08FB-DCC64E99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7B301-8BB5-716F-9D5C-0DEE89726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64B6D-0FB4-7403-383E-2BDFF57B2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1C66D-2129-F4DB-396F-894B5FF0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A33D9-4258-9B20-C5DC-40CA87C9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92A98-7692-BB0D-E514-1DAFD567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44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4B21-E3AA-226D-A4A7-4EFBAFB2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5FC79-A77D-DA21-2691-F3512958A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D9AC2-8AB8-FEAD-0F4E-79ED7EAC0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90B20-5723-104E-57E8-3CA778A1D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D5805-D3A5-B2A8-BA38-C3E85714B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83BD6-BBB8-7B72-F24B-F858E1A0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20728-90EF-6AD0-AF9A-855050F7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4425D-111F-7E9F-8E70-73A10846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00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DABB-E1C6-CA55-E55A-DE8B4F54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1B9DE-9568-279A-DCDD-B5F7410C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9D2B7-3A1A-0982-6C65-74DB1FD6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003AE-420E-31CD-17D9-4D2D6E1C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31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DF609-BA35-75F2-B5DE-FCDB9F27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D3705-94FC-B969-1FEF-7BDE08A3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3B957-6F10-BD57-3E04-F625CE52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06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A6A9-DC31-565F-A6E6-9FD1F93A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893D-7791-CB3B-15A9-67FAB6D42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2B3A3-32A6-3996-BB7A-AF95B1B14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7B6D6-F524-0F5B-9A85-9C22F03C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AFED8-F086-74D8-1130-5DCF913A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E4E92-8AC2-C667-0B8D-092C466C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0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44A-6B56-A7BF-C01A-F8DBD5E83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484FF-E685-3646-41C0-7F7D5C7F8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BE129-CF88-7B72-CBCA-4B0D6E511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27B78-A1A8-0DD1-7956-38F7D49F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DDCD-7E93-259A-CB96-06A4420F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B6E8F-F023-BAEA-07CC-22B40D4E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84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D762-B641-42BB-97B3-418CBBA3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B8549-F92E-AFCE-0340-293DD03A9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82E25-877F-3B2B-1010-BA2A2A77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93CA0-F6FD-E746-375A-29C8B839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73E09-395E-D75B-361D-E2476362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80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163BC-A649-EACA-8C1A-FBAD3CF83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BA49C-700E-4C27-5987-C8A469B77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F9101-2B1B-7C21-5674-EF085566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BFB0A-8512-CB07-9A1D-C839BB1E7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6157-D59C-7CEF-15C2-9C545C25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87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383C9-9400-890C-52CE-40982A6A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14445-6FDC-3BCB-40C5-ABFA046DE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7D10E-F5D3-B125-B472-F352B851A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F1E2F-7F6F-4D8F-8B48-218F9C969C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9CC86-7E61-56AF-A464-ACB75C128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451B9-1D83-3D07-BB2C-CF34A0D28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94D21-C48C-4BE3-B372-3CBB83D78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28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ABAC-1B9E-0502-5E9A-43E68CB24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Insurance Policy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99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A9D2-532C-6B36-6F75-C43489F9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F9055-D6D7-EAFE-5BFA-413655B40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 file : Policy details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0FA02-AC15-999F-891D-920DCAF1C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45" y="0"/>
            <a:ext cx="6154009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7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BF3D9-D795-8E67-9672-8BB3888A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0"/>
            <a:ext cx="10515600" cy="1325563"/>
          </a:xfrm>
        </p:spPr>
        <p:txBody>
          <a:bodyPr/>
          <a:lstStyle/>
          <a:p>
            <a:r>
              <a:rPr lang="en-US" dirty="0"/>
              <a:t>Sample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9DB9-3487-764A-D1C0-1D156C8AF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91360-AD72-E76F-F526-D3BB1A339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899759"/>
            <a:ext cx="7706801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0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Insurance Policy Analysis</vt:lpstr>
      <vt:lpstr>PowerPoint Presentation</vt:lpstr>
      <vt:lpstr>Sample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excelr Solutions</dc:creator>
  <cp:lastModifiedBy>excelr Solutions</cp:lastModifiedBy>
  <cp:revision>2</cp:revision>
  <dcterms:created xsi:type="dcterms:W3CDTF">2026-06-23T13:12:11Z</dcterms:created>
  <dcterms:modified xsi:type="dcterms:W3CDTF">2026-06-23T13:28:46Z</dcterms:modified>
</cp:coreProperties>
</file>